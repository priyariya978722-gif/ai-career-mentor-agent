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·  IBM INTERNATIONAL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Career-Mentor Agent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system that assesses student skills, plans a personalized learning path, and tracks progress toward a career goal.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     Team / Reg. No.: [Add Here]        Date: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translate career goals into a concrete, personalized study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65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042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resources give one-size-fits-all roadmaps that ignore what a student already knows.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17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memory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5584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restart planning from scratch every time they check in — no continuity.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69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choice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40740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courses exist; picking the right next step is a full-time job on its own.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201168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4FA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337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say they don't know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 to learn next for their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career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754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illustrative figure for project motivation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student's current skills and target career role.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0332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1089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personalized, ordered learning path toward that role.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1089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progress across sessions and surface the next best step.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0" y="18288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5548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31089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pipeline so it can plug into watsonx.ai for real course data.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cooperating agents share a common state object — a lightweight orchestration pattern.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11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Assessor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student's known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target role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49040" y="2834640"/>
            <a:ext cx="731520" cy="274320"/>
          </a:xfrm>
          <a:prstGeom prst="rightArrow">
            <a:avLst/>
          </a:prstGeom>
          <a:solidFill>
            <a:srgbClr val="5B7A7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031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783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607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Recommender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ordered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0" y="2834640"/>
            <a:ext cx="731520" cy="274320"/>
          </a:xfrm>
          <a:prstGeom prst="rightArrow">
            <a:avLst/>
          </a:prstGeom>
          <a:solidFill>
            <a:srgbClr val="5B7A74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21031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9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progress,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next step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4805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630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4805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AgentState  →  student_name · known_skills · target_role · learning_path · completed[] · log[]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progress.json  acts as long-term memory, so the agent "remembers" a student across sessions.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built in Python; production path uses IBM's AI + cloud stack.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 logic &amp; orchestration (this prototype)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8288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2057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993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377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for open-ended skill assessment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02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models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 for free-text student input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33375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3566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502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/ Code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the agent pipeline as a 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010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Assistant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394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front-end for students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484632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5074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722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5010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Cloudant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5394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persistence at prototype vs. production scale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7556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known skills + target career role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0" cy="411480"/>
          </a:xfrm>
          <a:prstGeom prst="line">
            <a:avLst/>
          </a:prstGeom>
          <a:noFill/>
          <a:ln w="19050">
            <a:solidFill>
              <a:srgbClr val="5B7A7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243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Assessor Agent records the profile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063240"/>
            <a:ext cx="0" cy="411480"/>
          </a:xfrm>
          <a:prstGeom prst="line">
            <a:avLst/>
          </a:prstGeom>
          <a:noFill/>
          <a:ln w="19050">
            <a:solidFill>
              <a:srgbClr val="5B7A7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3474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930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 Agent loads any saved history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931920"/>
            <a:ext cx="0" cy="411480"/>
          </a:xfrm>
          <a:prstGeom prst="line">
            <a:avLst/>
          </a:prstGeom>
          <a:noFill/>
          <a:ln w="19050">
            <a:solidFill>
              <a:srgbClr val="5B7A7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4343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616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Recommender Agent builds the remaining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800600"/>
            <a:ext cx="0" cy="411480"/>
          </a:xfrm>
          <a:prstGeom prst="line">
            <a:avLst/>
          </a:prstGeom>
          <a:noFill/>
          <a:ln w="19050">
            <a:solidFill>
              <a:srgbClr val="5B7A7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5212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2303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reports % complete and next recommended skill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173736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630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1812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224028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[SkillAssessorAgent] Assessed Priya: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skills known, target = data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scientist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[PathRecommenderAgent] 7 steps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recommended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[ProgressTrackerAgent] Progress: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2/7 done (29%)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 -&gt; Machine Learning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Fundamentals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Result — Priya, target: Data Scientist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3840480"/>
        </p:xfrm>
        <a:graphic>
          <a:graphicData uri="http://schemas.openxmlformats.org/drawingml/2006/table">
            <a:tbl>
              <a:tblPr/>
              <a:tblGrid>
                <a:gridCol w="731520"/>
                <a:gridCol w="4937760"/>
                <a:gridCol w="12801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 &amp; 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Wrangling (Pandas)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Fundamentals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(TensorFlow/PyTorch)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&amp; Databases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MLOps Basics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A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1325880"/>
            <a:ext cx="69494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1325880"/>
            <a:ext cx="3749040" cy="3840480"/>
          </a:xfrm>
          <a:prstGeom prst="roundRect">
            <a:avLst>
              <a:gd name="adj" fmla="val 2439"/>
            </a:avLst>
          </a:prstGeom>
          <a:solidFill>
            <a:srgbClr val="F4FA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5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complete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0" y="3291840"/>
            <a:ext cx="3017520" cy="228600"/>
          </a:xfrm>
          <a:prstGeom prst="roundRect">
            <a:avLst>
              <a:gd name="adj" fmla="val 48000"/>
            </a:avLst>
          </a:prstGeom>
          <a:solidFill>
            <a:srgbClr val="D7E6E3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0" y="3291840"/>
            <a:ext cx="875081" cy="228600"/>
          </a:xfrm>
          <a:prstGeom prst="roundRect">
            <a:avLst>
              <a:gd name="adj" fmla="val 48000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9244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recommended step: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"Agentic"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4FA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decides its own action from shared state, without step-by-step human instructions.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4FAF9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2011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35915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planning, and tracking are separated into focused, single-responsibility agents.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4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793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persists across sessions — the system remembers and adapts to the learner over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65760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931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2793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works toward one outcome: get the student closer to their target career role.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7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1907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watsonx.ai so a 4th agent can chat with students in natural language for skill assessment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7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7919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live course catalogs (Coursera, IBM SkillsBuild) instead of the static path dictionary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7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3931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Reflection Agent that reviews quiz/project results to auto-verify "completed" skills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7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9943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watsonx Assistant front-end + IBM Cloud Code Engine backend for real student use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 |  IBM International Project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Career-Mentor Agent — questions &amp; discussion welcome.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progress.json demo available on request.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2026-09-11T06:50:54Z</dcterms:created>
  <dcterms:modified xsi:type="dcterms:W3CDTF">2026-09-11T06:50:54Z</dcterms:modified>
</cp:coreProperties>
</file>